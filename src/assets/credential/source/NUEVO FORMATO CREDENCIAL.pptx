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2" r:id="rId1"/>
  </p:sldMasterIdLst>
  <p:notesMasterIdLst>
    <p:notesMasterId r:id="rId4"/>
  </p:notesMasterIdLst>
  <p:handoutMasterIdLst>
    <p:handoutMasterId r:id="rId5"/>
  </p:handoutMasterIdLst>
  <p:sldIdLst>
    <p:sldId id="355" r:id="rId2"/>
    <p:sldId id="354" r:id="rId3"/>
  </p:sldIdLst>
  <p:sldSz cx="1944688" cy="3095625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5" userDrawn="1">
          <p15:clr>
            <a:srgbClr val="A4A3A4"/>
          </p15:clr>
        </p15:guide>
        <p15:guide id="2" pos="6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Admi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1AB"/>
    <a:srgbClr val="6391C4"/>
    <a:srgbClr val="577EB7"/>
    <a:srgbClr val="2C448C"/>
    <a:srgbClr val="7A8093"/>
    <a:srgbClr val="445A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29" autoAdjust="0"/>
    <p:restoredTop sz="96405"/>
  </p:normalViewPr>
  <p:slideViewPr>
    <p:cSldViewPr snapToGrid="0">
      <p:cViewPr varScale="1">
        <p:scale>
          <a:sx n="158" d="100"/>
          <a:sy n="158" d="100"/>
        </p:scale>
        <p:origin x="2664" y="126"/>
      </p:cViewPr>
      <p:guideLst>
        <p:guide orient="horz" pos="975"/>
        <p:guide pos="6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359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B93E4-2B04-4CAA-9AED-027A2DDFD1B5}" type="datetimeFigureOut">
              <a:rPr lang="es-MX" smtClean="0"/>
              <a:t>13/06/2026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A381DA-8535-46E5-B497-86EF4CAC42C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70288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444750" y="703263"/>
            <a:ext cx="2212975" cy="35210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10248" y="4459526"/>
            <a:ext cx="5681980" cy="4224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00" tIns="96600" rIns="96600" bIns="96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7768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16AFFA42-DAAE-F943-9350-BEDDB04E25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1879" y="-13774"/>
            <a:ext cx="1986909" cy="3123172"/>
          </a:xfrm>
          <a:prstGeom prst="rect">
            <a:avLst/>
          </a:prstGeom>
        </p:spPr>
      </p:pic>
      <p:sp>
        <p:nvSpPr>
          <p:cNvPr id="21" name="Marcador de texto 20">
            <a:extLst>
              <a:ext uri="{FF2B5EF4-FFF2-40B4-BE49-F238E27FC236}">
                <a16:creationId xmlns:a16="http://schemas.microsoft.com/office/drawing/2014/main" id="{007DFD7D-DDFF-3749-AC59-C27EFD2CCE6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968" y="2386149"/>
            <a:ext cx="1505214" cy="4659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00" b="1" i="0">
                <a:solidFill>
                  <a:schemeClr val="bg1"/>
                </a:solidFill>
                <a:latin typeface="Commando" pitchFamily="2" charset="0"/>
                <a:ea typeface="Commando" pitchFamily="2" charset="0"/>
                <a:cs typeface="Open Sans ExtraBold" panose="020B0606030504020204" pitchFamily="34" charset="0"/>
              </a:defRPr>
            </a:lvl1pPr>
          </a:lstStyle>
          <a:p>
            <a:pPr lvl="0"/>
            <a:r>
              <a:rPr lang="es-MX" dirty="0"/>
              <a:t>NOMBRE </a:t>
            </a:r>
          </a:p>
          <a:p>
            <a:pPr lvl="0"/>
            <a:r>
              <a:rPr lang="es-MX" dirty="0"/>
              <a:t>APELLIDOS</a:t>
            </a:r>
          </a:p>
        </p:txBody>
      </p:sp>
      <p:sp>
        <p:nvSpPr>
          <p:cNvPr id="22" name="Marcador de texto 20">
            <a:extLst>
              <a:ext uri="{FF2B5EF4-FFF2-40B4-BE49-F238E27FC236}">
                <a16:creationId xmlns:a16="http://schemas.microsoft.com/office/drawing/2014/main" id="{E19580E3-BC56-8C48-B2C8-EFF35EAA1B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177" y="2816552"/>
            <a:ext cx="1828799" cy="171949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buNone/>
              <a:defRPr sz="1000" b="0" i="0" spc="0">
                <a:solidFill>
                  <a:schemeClr val="bg1"/>
                </a:solidFill>
                <a:latin typeface="Commando" pitchFamily="2" charset="0"/>
                <a:ea typeface="Commando" pitchFamily="2" charset="0"/>
                <a:cs typeface="Open Sans ExtraBold" panose="020B0606030504020204" pitchFamily="34" charset="0"/>
              </a:defRPr>
            </a:lvl1pPr>
          </a:lstStyle>
          <a:p>
            <a:pPr lvl="0"/>
            <a:r>
              <a:rPr lang="es-MX" dirty="0"/>
              <a:t>PUESTO</a:t>
            </a:r>
          </a:p>
        </p:txBody>
      </p:sp>
      <p:sp>
        <p:nvSpPr>
          <p:cNvPr id="17" name="Marcador de posición de imagen 1">
            <a:extLst>
              <a:ext uri="{FF2B5EF4-FFF2-40B4-BE49-F238E27FC236}">
                <a16:creationId xmlns:a16="http://schemas.microsoft.com/office/drawing/2014/main" id="{8B0F8735-3574-8545-B715-7FCBF08AE96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 rot="2700000">
            <a:off x="605769" y="768800"/>
            <a:ext cx="734537" cy="7455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0">
            <a:solidFill>
              <a:schemeClr val="tx1"/>
            </a:solidFill>
          </a:ln>
        </p:spPr>
        <p:txBody>
          <a:bodyPr/>
          <a:lstStyle>
            <a:lvl1pPr algn="ctr">
              <a:buNone/>
              <a:defRPr sz="300" b="0" i="0">
                <a:solidFill>
                  <a:srgbClr val="2761AB"/>
                </a:solidFill>
                <a:latin typeface="Sono Monospace Light" pitchFamily="2" charset="0"/>
              </a:defRPr>
            </a:lvl1pPr>
          </a:lstStyle>
          <a:p>
            <a:r>
              <a:rPr lang="es-ES"/>
              <a:t>Haga clic en el icono para agregar una imagen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23897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1E446564-E5C7-AB40-9D80-A3A7196136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1834" y="-14911"/>
            <a:ext cx="1988355" cy="3125445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A87BBD-FBD7-A84D-9873-188555447A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14638" y="648553"/>
            <a:ext cx="441278" cy="174625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chemeClr val="bg1"/>
                </a:solidFill>
                <a:latin typeface="Sono Monospace" pitchFamily="2" charset="0"/>
              </a:defRPr>
            </a:lvl1pPr>
            <a:lvl2pPr>
              <a:buNone/>
              <a:defRPr>
                <a:solidFill>
                  <a:schemeClr val="bg1"/>
                </a:solidFill>
                <a:latin typeface="Sono Monospace" pitchFamily="2" charset="0"/>
              </a:defRPr>
            </a:lvl2pPr>
            <a:lvl3pPr>
              <a:buNone/>
              <a:defRPr>
                <a:solidFill>
                  <a:schemeClr val="bg1"/>
                </a:solidFill>
                <a:latin typeface="Sono Monospace" pitchFamily="2" charset="0"/>
              </a:defRPr>
            </a:lvl3pPr>
            <a:lvl4pPr>
              <a:buNone/>
              <a:defRPr>
                <a:solidFill>
                  <a:schemeClr val="bg1"/>
                </a:solidFill>
                <a:latin typeface="Sono Monospace" pitchFamily="2" charset="0"/>
              </a:defRPr>
            </a:lvl4pPr>
            <a:lvl5pPr>
              <a:buNone/>
              <a:defRPr>
                <a:solidFill>
                  <a:schemeClr val="bg1"/>
                </a:solidFill>
                <a:latin typeface="Sono Monospace" pitchFamily="2" charset="0"/>
              </a:defRPr>
            </a:lvl5pPr>
          </a:lstStyle>
          <a:p>
            <a:pPr lvl="0"/>
            <a:r>
              <a:rPr lang="es-MX" dirty="0"/>
              <a:t>####</a:t>
            </a:r>
          </a:p>
        </p:txBody>
      </p:sp>
      <p:sp>
        <p:nvSpPr>
          <p:cNvPr id="2" name="Marcador de texto 20">
            <a:extLst>
              <a:ext uri="{FF2B5EF4-FFF2-40B4-BE49-F238E27FC236}">
                <a16:creationId xmlns:a16="http://schemas.microsoft.com/office/drawing/2014/main" id="{FE320688-5BB2-6E48-0CA5-F7E0CD6CE5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8626" y="1009006"/>
            <a:ext cx="898161" cy="15996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buNone/>
              <a:defRPr sz="900" b="0" i="0" spc="0">
                <a:solidFill>
                  <a:schemeClr val="bg1"/>
                </a:solidFill>
                <a:latin typeface="Commando" pitchFamily="2" charset="0"/>
                <a:ea typeface="Commando" pitchFamily="2" charset="0"/>
                <a:cs typeface="Open Sans ExtraBold" panose="020B0606030504020204" pitchFamily="34" charset="0"/>
              </a:defRPr>
            </a:lvl1pPr>
          </a:lstStyle>
          <a:p>
            <a:pPr lvl="0"/>
            <a:r>
              <a:rPr lang="es-MX" dirty="0"/>
              <a:t>##########</a:t>
            </a:r>
          </a:p>
        </p:txBody>
      </p:sp>
      <p:sp>
        <p:nvSpPr>
          <p:cNvPr id="4" name="Marcador de texto 20">
            <a:extLst>
              <a:ext uri="{FF2B5EF4-FFF2-40B4-BE49-F238E27FC236}">
                <a16:creationId xmlns:a16="http://schemas.microsoft.com/office/drawing/2014/main" id="{E7B7D92C-DBC3-C539-EEF7-24C320B09EF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4191" y="1202978"/>
            <a:ext cx="1050877" cy="15996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buNone/>
              <a:defRPr sz="900" b="0" i="0" spc="0">
                <a:solidFill>
                  <a:schemeClr val="bg1"/>
                </a:solidFill>
                <a:latin typeface="Commando" pitchFamily="2" charset="0"/>
                <a:ea typeface="Commando" pitchFamily="2" charset="0"/>
                <a:cs typeface="Open Sans ExtraBold" panose="020B0606030504020204" pitchFamily="34" charset="0"/>
              </a:defRPr>
            </a:lvl1pPr>
          </a:lstStyle>
          <a:p>
            <a:pPr lvl="0"/>
            <a:r>
              <a:rPr lang="es-MX" dirty="0"/>
              <a:t>############</a:t>
            </a:r>
          </a:p>
        </p:txBody>
      </p:sp>
      <p:sp>
        <p:nvSpPr>
          <p:cNvPr id="5" name="Marcador de texto 20">
            <a:extLst>
              <a:ext uri="{FF2B5EF4-FFF2-40B4-BE49-F238E27FC236}">
                <a16:creationId xmlns:a16="http://schemas.microsoft.com/office/drawing/2014/main" id="{E3C360C6-83CE-3635-8352-C411353C26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3264" y="1396950"/>
            <a:ext cx="1341424" cy="159960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buNone/>
              <a:defRPr sz="900" b="0" i="0" spc="0">
                <a:solidFill>
                  <a:schemeClr val="bg1"/>
                </a:solidFill>
                <a:latin typeface="Commando" pitchFamily="2" charset="0"/>
                <a:ea typeface="Commando" pitchFamily="2" charset="0"/>
                <a:cs typeface="Open Sans ExtraBold" panose="020B0606030504020204" pitchFamily="34" charset="0"/>
              </a:defRPr>
            </a:lvl1pPr>
          </a:lstStyle>
          <a:p>
            <a:pPr lvl="0"/>
            <a:r>
              <a:rPr lang="es-MX" dirty="0"/>
              <a:t>################</a:t>
            </a:r>
          </a:p>
        </p:txBody>
      </p:sp>
    </p:spTree>
    <p:extLst>
      <p:ext uri="{BB962C8B-B14F-4D97-AF65-F5344CB8AC3E}">
        <p14:creationId xmlns:p14="http://schemas.microsoft.com/office/powerpoint/2010/main" val="733681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2087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xStyles>
    <p:titleStyle>
      <a:lvl1pPr algn="l" defTabSz="194493" rtl="0" eaLnBrk="1" latinLnBrk="0" hangingPunct="1">
        <a:lnSpc>
          <a:spcPct val="90000"/>
        </a:lnSpc>
        <a:spcBef>
          <a:spcPct val="0"/>
        </a:spcBef>
        <a:buNone/>
        <a:defRPr sz="9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623" indent="-48623" algn="l" defTabSz="19449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596" kern="1200">
          <a:solidFill>
            <a:schemeClr val="tx1"/>
          </a:solidFill>
          <a:latin typeface="+mn-lt"/>
          <a:ea typeface="+mn-ea"/>
          <a:cs typeface="+mn-cs"/>
        </a:defRPr>
      </a:lvl1pPr>
      <a:lvl2pPr marL="145870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510" kern="1200">
          <a:solidFill>
            <a:schemeClr val="tx1"/>
          </a:solidFill>
          <a:latin typeface="+mn-lt"/>
          <a:ea typeface="+mn-ea"/>
          <a:cs typeface="+mn-cs"/>
        </a:defRPr>
      </a:lvl2pPr>
      <a:lvl3pPr marL="243116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425" kern="1200">
          <a:solidFill>
            <a:schemeClr val="tx1"/>
          </a:solidFill>
          <a:latin typeface="+mn-lt"/>
          <a:ea typeface="+mn-ea"/>
          <a:cs typeface="+mn-cs"/>
        </a:defRPr>
      </a:lvl3pPr>
      <a:lvl4pPr marL="340363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437609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534855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632102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729348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826595" indent="-48623" algn="l" defTabSz="194493" rtl="0" eaLnBrk="1" latinLnBrk="0" hangingPunct="1">
        <a:lnSpc>
          <a:spcPct val="90000"/>
        </a:lnSpc>
        <a:spcBef>
          <a:spcPts val="106"/>
        </a:spcBef>
        <a:buFont typeface="Arial" panose="020B0604020202020204" pitchFamily="34" charset="0"/>
        <a:buChar char="•"/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1pPr>
      <a:lvl2pPr marL="97246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2pPr>
      <a:lvl3pPr marL="194493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3pPr>
      <a:lvl4pPr marL="291739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4pPr>
      <a:lvl5pPr marL="388986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5pPr>
      <a:lvl6pPr marL="486232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6pPr>
      <a:lvl7pPr marL="583479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7pPr>
      <a:lvl8pPr marL="680725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8pPr>
      <a:lvl9pPr marL="777972" algn="l" defTabSz="194493" rtl="0" eaLnBrk="1" latinLnBrk="0" hangingPunct="1">
        <a:defRPr sz="3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3238E7B-9EC7-15BA-5F6C-076713ED19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5231" y="2450493"/>
            <a:ext cx="1505214" cy="369398"/>
          </a:xfrm>
        </p:spPr>
        <p:txBody>
          <a:bodyPr/>
          <a:lstStyle/>
          <a:p>
            <a:r>
              <a:rPr lang="es-MX" dirty="0"/>
              <a:t>JOEL MIRANDA MALDONADO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9902F24-0625-5B55-9B8B-BE2303B33F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s-MX" dirty="0"/>
              <a:t>OPERADOR</a:t>
            </a:r>
          </a:p>
        </p:txBody>
      </p:sp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DA8A81E6-EC01-0BF7-40BF-B7517143BCC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471055" y="645132"/>
            <a:ext cx="993567" cy="1001580"/>
          </a:xfrm>
          <a:prstGeom prst="diamond">
            <a:avLst/>
          </a:prstGeom>
          <a:solidFill>
            <a:schemeClr val="bg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86553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36B02CE8-B7C5-795F-0BC6-7D8E706EF1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MX" dirty="0"/>
              <a:t>2026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615A01-883A-2FF4-6B2F-013A3DB809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MX" dirty="0"/>
              <a:t>75169666312 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3692CCF-FD33-C761-EC27-87A948BAA0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MX" dirty="0"/>
              <a:t>MIMJ961106RM4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6E8FFD4-A0A5-8955-9CB7-792D06AB54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514" y="1396950"/>
            <a:ext cx="1350174" cy="159960"/>
          </a:xfrm>
        </p:spPr>
        <p:txBody>
          <a:bodyPr/>
          <a:lstStyle/>
          <a:p>
            <a:r>
              <a:rPr lang="es-MX" dirty="0"/>
              <a:t>MIMJ961106HGRRLL07</a:t>
            </a:r>
          </a:p>
        </p:txBody>
      </p:sp>
    </p:spTree>
    <p:extLst>
      <p:ext uri="{BB962C8B-B14F-4D97-AF65-F5344CB8AC3E}">
        <p14:creationId xmlns:p14="http://schemas.microsoft.com/office/powerpoint/2010/main" val="364170642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ón SHIP_Credenciales" id="{7FE255FD-8EF0-8F49-85EE-F24F5985914D}" vid="{36C5EA6C-58B1-6A46-AFD0-7D46B85C468C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Presentación SHIP_Credenciales (2)</Template>
  <TotalTime>196</TotalTime>
  <Words>8</Words>
  <Application>Microsoft Office PowerPoint</Application>
  <PresentationFormat>Personalizado</PresentationFormat>
  <Paragraphs>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8" baseType="lpstr">
      <vt:lpstr>Arial</vt:lpstr>
      <vt:lpstr>Calibri</vt:lpstr>
      <vt:lpstr>Commando</vt:lpstr>
      <vt:lpstr>Sono Monospace</vt:lpstr>
      <vt:lpstr>Sono Monospace Light</vt:lpstr>
      <vt:lpstr>1_Tema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Monserrat Solis</dc:creator>
  <cp:lastModifiedBy>Denisse García</cp:lastModifiedBy>
  <cp:revision>10</cp:revision>
  <cp:lastPrinted>2022-03-09T14:09:52Z</cp:lastPrinted>
  <dcterms:created xsi:type="dcterms:W3CDTF">2024-03-01T22:29:49Z</dcterms:created>
  <dcterms:modified xsi:type="dcterms:W3CDTF">2026-06-13T15:10:16Z</dcterms:modified>
</cp:coreProperties>
</file>