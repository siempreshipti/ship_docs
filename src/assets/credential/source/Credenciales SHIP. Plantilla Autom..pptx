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0" r:id="rId2"/>
    <p:sldId id="256" r:id="rId3"/>
    <p:sldId id="261" r:id="rId4"/>
  </p:sldIdLst>
  <p:sldSz cx="6070600" cy="9677400"/>
  <p:notesSz cx="6858000" cy="9144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336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44F1B9C-5F2A-4D25-9A29-0800425F6E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" y="0"/>
            <a:ext cx="6068930" cy="967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E6F3013-5690-4F85-A417-3DA2B4A778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" y="0"/>
            <a:ext cx="6068930" cy="9677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C00E7D9-9D06-4664-845A-883044B7CD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" y="0"/>
            <a:ext cx="6068930" cy="967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33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Personalizado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Corrección de credenciales</dc:title>
  <dc:creator>Ruben Alavarez</dc:creator>
  <cp:lastModifiedBy>Ruben Alavarez</cp:lastModifiedBy>
  <cp:revision>6</cp:revision>
  <dcterms:created xsi:type="dcterms:W3CDTF">2006-08-16T00:00:00Z</dcterms:created>
  <dcterms:modified xsi:type="dcterms:W3CDTF">2026-07-08T18:05:00Z</dcterms:modified>
  <dc:identifier>DAHOXALml3s</dc:identifier>
</cp:coreProperties>
</file>